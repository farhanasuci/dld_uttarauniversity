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7" r:id="rId9"/>
    <p:sldId id="261" r:id="rId10"/>
    <p:sldId id="262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55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979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18288"/>
          </a:xfrm>
          <a:prstGeom prst="rect">
            <a:avLst/>
          </a:prstGeom>
          <a:solidFill>
            <a:srgbClr val="23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12188952" cy="18288"/>
          </a:xfrm>
          <a:prstGeom prst="rect">
            <a:avLst/>
          </a:prstGeom>
          <a:solidFill>
            <a:srgbClr val="23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384048" cy="384048"/>
          </a:xfrm>
          <a:prstGeom prst="ellipse">
            <a:avLst/>
          </a:prstGeom>
          <a:solidFill>
            <a:srgbClr val="0FA3A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976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384048" cy="384048"/>
          </a:xfrm>
          <a:prstGeom prst="ellipse">
            <a:avLst/>
          </a:prstGeom>
          <a:solidFill>
            <a:srgbClr val="0FA3A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1268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0" y="502920"/>
            <a:ext cx="384048" cy="384048"/>
          </a:xfrm>
          <a:prstGeom prst="ellipse">
            <a:avLst/>
          </a:prstGeom>
          <a:solidFill>
            <a:srgbClr val="0FA3A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018520" y="502920"/>
            <a:ext cx="384048" cy="384048"/>
          </a:xfrm>
          <a:prstGeom prst="ellipse">
            <a:avLst/>
          </a:prstGeom>
          <a:solidFill>
            <a:srgbClr val="0FA3A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1852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521440" y="502920"/>
            <a:ext cx="384048" cy="384048"/>
          </a:xfrm>
          <a:prstGeom prst="ellipse">
            <a:avLst/>
          </a:prstGeom>
          <a:solidFill>
            <a:srgbClr val="0FA3A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52144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SHEET  ·  DIGITAL LOGIC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6974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three bits at once — combining two half adders and an OR gate to absorb a carry-in.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Full Adder?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adder is a combinational arithmetic circuit that adds three single binary digits — X, Y, and a Carry-in — and produces two outputs: </a:t>
            </a:r>
            <a:r>
              <a:rPr lang="en-US" sz="15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(S)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result bit, and </a:t>
            </a: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Carry-out (Cout)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exactly as when adding a column of digits by hand with a carry from the column before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half adder, a full adder accepts a carry-in — which is exactly what lets many of them be chained together into a multi-bit adder.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1228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2148840"/>
            <a:ext cx="502920" cy="502920"/>
          </a:xfrm>
          <a:prstGeom prst="ellipse">
            <a:avLst/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640" y="2400300"/>
            <a:ext cx="68580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03720" y="2880360"/>
            <a:ext cx="502920" cy="502920"/>
          </a:xfrm>
          <a:prstGeom prst="ellipse">
            <a:avLst/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3131820"/>
            <a:ext cx="68580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03720" y="3611880"/>
            <a:ext cx="502920" cy="502920"/>
          </a:xfrm>
          <a:prstGeom prst="ellipse">
            <a:avLst/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3863340"/>
            <a:ext cx="68580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2440" y="2148840"/>
            <a:ext cx="1417320" cy="1965960"/>
          </a:xfrm>
          <a:prstGeom prst="roundRect">
            <a:avLst>
              <a:gd name="adj" fmla="val 5161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92440" y="2148840"/>
            <a:ext cx="14173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509760" y="2468880"/>
            <a:ext cx="64008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0" y="3611880"/>
            <a:ext cx="640080" cy="0"/>
          </a:xfrm>
          <a:prstGeom prst="line">
            <a:avLst/>
          </a:prstGeom>
          <a:noFill/>
          <a:ln w="1905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49840" y="2212848"/>
            <a:ext cx="502920" cy="502920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4984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49840" y="3364992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4984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Y + Cin  →  Cout  Sum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Not Just a Half Adder?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adder can't accept a carry from a previous stage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9"/>
          </a:solidFill>
          <a:ln w="12700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67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inputs  →  2 outputs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6060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2688336"/>
            <a:ext cx="1280160" cy="0"/>
          </a:xfrm>
          <a:prstGeom prst="line">
            <a:avLst/>
          </a:prstGeom>
          <a:noFill/>
          <a:ln w="17780">
            <a:solidFill>
              <a:srgbClr val="5B6B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054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3282696"/>
            <a:ext cx="1280160" cy="0"/>
          </a:xfrm>
          <a:prstGeom prst="line">
            <a:avLst/>
          </a:prstGeom>
          <a:noFill/>
          <a:ln w="17780">
            <a:solidFill>
              <a:srgbClr val="5B6B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099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734056"/>
            <a:ext cx="822960" cy="0"/>
          </a:xfrm>
          <a:prstGeom prst="line">
            <a:avLst/>
          </a:prstGeom>
          <a:noFill/>
          <a:ln w="17780">
            <a:solidFill>
              <a:srgbClr val="5B6B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25511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3118104"/>
            <a:ext cx="822960" cy="0"/>
          </a:xfrm>
          <a:prstGeom prst="line">
            <a:avLst/>
          </a:prstGeom>
          <a:noFill/>
          <a:ln w="17780">
            <a:solidFill>
              <a:srgbClr val="5B6B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9352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Cin pin available — it can only add A and B in isolation.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4572000" cy="1005840"/>
          </a:xfrm>
          <a:prstGeom prst="roundRect">
            <a:avLst>
              <a:gd name="adj" fmla="val 5455"/>
            </a:avLst>
          </a:prstGeom>
          <a:solidFill>
            <a:srgbClr val="FD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chaining half adders alone cannot correctly propagate a carry into the next bit position — the third input is missing.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216712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inputs  →  2 outputs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256032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0B4C6E"/>
          </a:solidFill>
          <a:ln w="12700">
            <a:solidFill>
              <a:srgbClr val="0B4C6E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2560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2596896"/>
            <a:ext cx="1280160" cy="0"/>
          </a:xfrm>
          <a:prstGeom prst="line">
            <a:avLst/>
          </a:prstGeom>
          <a:noFill/>
          <a:ln w="17780">
            <a:solidFill>
              <a:srgbClr val="C7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241401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32320" y="3099816"/>
            <a:ext cx="1280160" cy="0"/>
          </a:xfrm>
          <a:prstGeom prst="line">
            <a:avLst/>
          </a:prstGeom>
          <a:noFill/>
          <a:ln w="17780">
            <a:solidFill>
              <a:srgbClr val="C7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291693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0" y="3602736"/>
            <a:ext cx="1280160" cy="0"/>
          </a:xfrm>
          <a:prstGeom prst="line">
            <a:avLst/>
          </a:prstGeom>
          <a:noFill/>
          <a:ln w="17780">
            <a:solidFill>
              <a:srgbClr val="C7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34198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784080" y="2779776"/>
            <a:ext cx="822960" cy="0"/>
          </a:xfrm>
          <a:prstGeom prst="line">
            <a:avLst/>
          </a:prstGeom>
          <a:noFill/>
          <a:ln w="17780">
            <a:solidFill>
              <a:srgbClr val="C7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52760" y="25968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784080" y="3282696"/>
            <a:ext cx="822960" cy="0"/>
          </a:xfrm>
          <a:prstGeom prst="line">
            <a:avLst/>
          </a:prstGeom>
          <a:noFill/>
          <a:ln w="17780">
            <a:solidFill>
              <a:srgbClr val="C7DB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652760" y="30998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29400" y="4480560"/>
            <a:ext cx="4709160" cy="1005840"/>
          </a:xfrm>
          <a:prstGeom prst="roundRect">
            <a:avLst>
              <a:gd name="adj" fmla="val 5455"/>
            </a:avLst>
          </a:prstGeom>
          <a:solidFill>
            <a:srgbClr val="0B4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12280" y="45720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the Cin pin absorbs the carry from the previous bit, so full adders chain cleanly into an n-bit adder.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BEHAVIOR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possible input combinations for three bits — the Sum is 1 when an odd number of inputs are 1; the Carry-out is 1 whenever two or more inputs are 1.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X ⊕ Y ⊕ Cin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= XY + Cin(X ⊕ 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pattern: Sum behaves like a parity-detector (1 when an odd count of bits are set); Carry-out behaves like a majority-detector (1 when two or three inputs are set).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20640" cy="329184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Truth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combinations of A, B and Cin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05840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1691640"/>
            <a:ext cx="1005840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691640"/>
            <a:ext cx="1005840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69164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1691640"/>
            <a:ext cx="1188720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1188720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112264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11226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645920" y="2112264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0" y="211226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51760" y="2112264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211226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0" y="2112264"/>
            <a:ext cx="1188720" cy="420624"/>
          </a:xfrm>
          <a:prstGeom prst="rect">
            <a:avLst/>
          </a:prstGeom>
          <a:solidFill>
            <a:srgbClr val="F6FAFC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211226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46320" y="2112264"/>
            <a:ext cx="1188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11226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2532888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253288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645920" y="2532888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45920" y="253288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651760" y="2532888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51760" y="253288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657600" y="2532888"/>
            <a:ext cx="1188720" cy="420624"/>
          </a:xfrm>
          <a:prstGeom prst="rect">
            <a:avLst/>
          </a:prstGeom>
          <a:solidFill>
            <a:srgbClr val="EAF2F6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0" y="25328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846320" y="2532888"/>
            <a:ext cx="118872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5328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2953512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29535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645920" y="2953512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45920" y="29535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2651760" y="2953512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51760" y="29535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3657600" y="2953512"/>
            <a:ext cx="1188720" cy="420624"/>
          </a:xfrm>
          <a:prstGeom prst="rect">
            <a:avLst/>
          </a:prstGeom>
          <a:solidFill>
            <a:srgbClr val="F6FAFC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0" y="295351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846320" y="2953512"/>
            <a:ext cx="1188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295351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40080" y="3374136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337413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645920" y="3374136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45920" y="337413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2651760" y="3374136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651760" y="337413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3657600" y="3374136"/>
            <a:ext cx="1188720" cy="420624"/>
          </a:xfrm>
          <a:prstGeom prst="rect">
            <a:avLst/>
          </a:prstGeom>
          <a:solidFill>
            <a:srgbClr val="EAF2F6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0" y="33741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4846320" y="3374136"/>
            <a:ext cx="1188720" cy="420624"/>
          </a:xfrm>
          <a:prstGeom prst="rect">
            <a:avLst/>
          </a:prstGeom>
          <a:solidFill>
            <a:srgbClr val="FCEAD1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0" y="33741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5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640080" y="3794760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37947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1645920" y="3794760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45920" y="37947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2651760" y="3794760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51760" y="37947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3657600" y="3794760"/>
            <a:ext cx="1188720" cy="420624"/>
          </a:xfrm>
          <a:prstGeom prst="rect">
            <a:avLst/>
          </a:prstGeom>
          <a:solidFill>
            <a:srgbClr val="F6FAFC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0" y="37947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4846320" y="3794760"/>
            <a:ext cx="1188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46320" y="37947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640080" y="4215384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0080" y="421538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1645920" y="4215384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645920" y="421538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2651760" y="4215384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651760" y="421538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3657600" y="4215384"/>
            <a:ext cx="1188720" cy="420624"/>
          </a:xfrm>
          <a:prstGeom prst="rect">
            <a:avLst/>
          </a:prstGeom>
          <a:solidFill>
            <a:srgbClr val="EAF2F6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57600" y="42153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4846320" y="4215384"/>
            <a:ext cx="1188720" cy="420624"/>
          </a:xfrm>
          <a:prstGeom prst="rect">
            <a:avLst/>
          </a:prstGeom>
          <a:solidFill>
            <a:srgbClr val="FCEAD1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46320" y="42153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5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640080" y="4636008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40080" y="46360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645920" y="4636008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645920" y="46360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8" name="Shape 76"/>
          <p:cNvSpPr/>
          <p:nvPr/>
        </p:nvSpPr>
        <p:spPr>
          <a:xfrm>
            <a:off x="2651760" y="4636008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651760" y="463600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80" name="Shape 78"/>
          <p:cNvSpPr/>
          <p:nvPr/>
        </p:nvSpPr>
        <p:spPr>
          <a:xfrm>
            <a:off x="3657600" y="4636008"/>
            <a:ext cx="1188720" cy="420624"/>
          </a:xfrm>
          <a:prstGeom prst="rect">
            <a:avLst/>
          </a:prstGeom>
          <a:solidFill>
            <a:srgbClr val="F6FAFC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657600" y="46360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82" name="Shape 80"/>
          <p:cNvSpPr/>
          <p:nvPr/>
        </p:nvSpPr>
        <p:spPr>
          <a:xfrm>
            <a:off x="4846320" y="4636008"/>
            <a:ext cx="1188720" cy="420624"/>
          </a:xfrm>
          <a:prstGeom prst="rect">
            <a:avLst/>
          </a:prstGeom>
          <a:solidFill>
            <a:srgbClr val="FCEAD1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46320" y="46360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5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84" name="Shape 82"/>
          <p:cNvSpPr/>
          <p:nvPr/>
        </p:nvSpPr>
        <p:spPr>
          <a:xfrm>
            <a:off x="640080" y="5056632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0080" y="505663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86" name="Shape 84"/>
          <p:cNvSpPr/>
          <p:nvPr/>
        </p:nvSpPr>
        <p:spPr>
          <a:xfrm>
            <a:off x="1645920" y="5056632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645920" y="505663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2651760" y="5056632"/>
            <a:ext cx="1005840" cy="420624"/>
          </a:xfrm>
          <a:prstGeom prst="rect">
            <a:avLst/>
          </a:prstGeom>
          <a:solidFill>
            <a:srgbClr val="F4F7F9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651760" y="505663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3657600" y="5056632"/>
            <a:ext cx="1188720" cy="420624"/>
          </a:xfrm>
          <a:prstGeom prst="rect">
            <a:avLst/>
          </a:prstGeom>
          <a:solidFill>
            <a:srgbClr val="EAF2F6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657600" y="505663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2" name="Shape 90"/>
          <p:cNvSpPr/>
          <p:nvPr/>
        </p:nvSpPr>
        <p:spPr>
          <a:xfrm>
            <a:off x="4846320" y="5056632"/>
            <a:ext cx="1188720" cy="420624"/>
          </a:xfrm>
          <a:prstGeom prst="rect">
            <a:avLst/>
          </a:prstGeom>
          <a:solidFill>
            <a:srgbClr val="FCEAD1"/>
          </a:solidFill>
          <a:ln w="9525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846320" y="505663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5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4" name="Shape 92"/>
          <p:cNvSpPr/>
          <p:nvPr/>
        </p:nvSpPr>
        <p:spPr>
          <a:xfrm>
            <a:off x="640080" y="1691640"/>
            <a:ext cx="0" cy="3785616"/>
          </a:xfrm>
          <a:prstGeom prst="line">
            <a:avLst/>
          </a:prstGeom>
          <a:noFill/>
          <a:ln w="12700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675120" y="1691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6675120" y="215798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903720" y="204825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is 1 whenever an odd number of inputs are 1 (odd parity).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6675120" y="293522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903720" y="282549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is 1 whenever two or more inputs are 1 — a majority function.</a:t>
            </a:r>
            <a:endParaRPr lang="en-US" sz="1250" dirty="0"/>
          </a:p>
        </p:txBody>
      </p:sp>
      <p:sp>
        <p:nvSpPr>
          <p:cNvPr id="100" name="Shape 98"/>
          <p:cNvSpPr/>
          <p:nvPr/>
        </p:nvSpPr>
        <p:spPr>
          <a:xfrm>
            <a:off x="6675120" y="371246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903720" y="360273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All-1s row (1,1,1) produces Sum = 1 and Cout = 1: 1+1+1 = 11₂.</a:t>
            </a:r>
            <a:endParaRPr lang="en-US" sz="1250" dirty="0"/>
          </a:p>
        </p:txBody>
      </p:sp>
      <p:sp>
        <p:nvSpPr>
          <p:cNvPr id="102" name="Shape 100"/>
          <p:cNvSpPr/>
          <p:nvPr/>
        </p:nvSpPr>
        <p:spPr>
          <a:xfrm>
            <a:off x="6675120" y="466344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C7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903720" y="46634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 total = 2³ combinations for 3 binary inputs.</a:t>
            </a:r>
            <a:endParaRPr lang="en-US" sz="1250" dirty="0"/>
          </a:p>
        </p:txBody>
      </p:sp>
      <p:sp>
        <p:nvSpPr>
          <p:cNvPr id="104" name="Text 10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DERIVATION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Expressions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truth table, the Sum-of-Products (SOP) expression is written from the rows where the output is 1, then simplified using the half-adder building blocks: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67528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905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09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Cout = XY + Cin(X ⊕ Y)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AND and XOR terms already used for Sum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2468880"/>
            <a:ext cx="5367528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9050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56248" y="2697480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6248" y="3063240"/>
            <a:ext cx="4809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X ⊕ Y ⊕ Cin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56248" y="3749040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Exclusive-OR of all three inputs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Sum reuses the half-adder XOR chain and Carry-out reuses its AND/OR terms, a full adder can be assembled directly from two half adders plus one OR gate — no new expression needs deriving from scratch.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CIRCUIT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adder is built from two half adders wired in series, plus one OR gate: the first half adder combines X and Y, the second combines that result with the carry-in.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8531352" cy="3520440"/>
          </a:xfrm>
          <a:prstGeom prst="roundRect">
            <a:avLst>
              <a:gd name="adj" fmla="val 2597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194560" y="5806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→ first half adder produces an intermediate sum and carry; that sum combines with Cin in the second half adder, while both carry outputs feed the final OR gate.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1" name="Google Shape;184;p8">
            <a:extLst>
              <a:ext uri="{FF2B5EF4-FFF2-40B4-BE49-F238E27FC236}">
                <a16:creationId xmlns:a16="http://schemas.microsoft.com/office/drawing/2014/main" id="{E2CF4DF1-EA5E-A8D2-77A9-20E43B90D9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0240" y="2404872"/>
            <a:ext cx="8046720" cy="301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0" y="33800"/>
            <a:ext cx="12192000" cy="6542400"/>
          </a:xfrm>
          <a:prstGeom prst="roundRect">
            <a:avLst>
              <a:gd name="adj" fmla="val 2852"/>
            </a:avLst>
          </a:prstGeom>
          <a:solidFill>
            <a:srgbClr val="FFFFFF"/>
          </a:solidFill>
          <a:ln>
            <a:noFill/>
          </a:ln>
          <a:effectLst>
            <a:outerShdw blurRad="57150" dist="1905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>
              <a:buClr>
                <a:srgbClr val="000000"/>
              </a:buClr>
              <a:buSzPts val="1000"/>
            </a:pPr>
            <a:fld id="{00000000-1234-1234-1234-123412341234}" type="slidenum">
              <a:rPr lang="en" sz="1333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1000"/>
              </a:pPr>
              <a:t>8</a:t>
            </a:fld>
            <a:endParaRPr sz="1333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437800" y="5739585"/>
            <a:ext cx="11507600" cy="72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480"/>
              </a:spcBef>
              <a:buClr>
                <a:srgbClr val="000000"/>
              </a:buClr>
              <a:buSzPts val="2000"/>
            </a:pPr>
            <a:r>
              <a:rPr lang="en" sz="2667" dirty="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 made from two Half-Adders (+ OR gate).</a:t>
            </a:r>
            <a:endParaRPr sz="2667" dirty="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9"/>
          <p:cNvGrpSpPr/>
          <p:nvPr/>
        </p:nvGrpSpPr>
        <p:grpSpPr>
          <a:xfrm>
            <a:off x="67308" y="163839"/>
            <a:ext cx="370497" cy="91200"/>
            <a:chOff x="411700" y="2416840"/>
            <a:chExt cx="277873" cy="68400"/>
          </a:xfrm>
        </p:grpSpPr>
        <p:sp>
          <p:nvSpPr>
            <p:cNvPr id="193" name="Google Shape;193;p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9"/>
          <p:cNvSpPr txBox="1"/>
          <p:nvPr/>
        </p:nvSpPr>
        <p:spPr>
          <a:xfrm>
            <a:off x="279701" y="218368"/>
            <a:ext cx="10628076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16933">
              <a:buClr>
                <a:srgbClr val="000000"/>
              </a:buClr>
              <a:buSzPts val="3600"/>
            </a:pPr>
            <a:r>
              <a:rPr lang="en"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It Is Called Full Adder?</a:t>
            </a:r>
            <a:endParaRPr sz="4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0" y="6502400"/>
            <a:ext cx="6749600" cy="4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r>
              <a:rPr lang="en" sz="12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sz="1200" b="1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79813"/>
            <a:ext cx="12192000" cy="438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 txBox="1"/>
          <p:nvPr/>
        </p:nvSpPr>
        <p:spPr>
          <a:xfrm>
            <a:off x="3439800" y="1467833"/>
            <a:ext cx="2313200" cy="33148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6528600" y="1467833"/>
            <a:ext cx="2313200" cy="33148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9"/>
          <p:cNvCxnSpPr>
            <a:stCxn id="191" idx="0"/>
            <a:endCxn id="199" idx="2"/>
          </p:cNvCxnSpPr>
          <p:nvPr/>
        </p:nvCxnSpPr>
        <p:spPr>
          <a:xfrm flipH="1" flipV="1">
            <a:off x="4596400" y="4782633"/>
            <a:ext cx="1595200" cy="956952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2" name="Google Shape;202;p9"/>
          <p:cNvCxnSpPr>
            <a:stCxn id="191" idx="0"/>
            <a:endCxn id="200" idx="2"/>
          </p:cNvCxnSpPr>
          <p:nvPr/>
        </p:nvCxnSpPr>
        <p:spPr>
          <a:xfrm flipV="1">
            <a:off x="6191600" y="4782633"/>
            <a:ext cx="1493600" cy="956952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" name="Google Shape;203;p9"/>
          <p:cNvCxnSpPr/>
          <p:nvPr/>
        </p:nvCxnSpPr>
        <p:spPr>
          <a:xfrm rot="10800000" flipH="1">
            <a:off x="8275767" y="5024567"/>
            <a:ext cx="1365200" cy="890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bits X = 1, Y = 1, and Cin = 1 using full-adder logic: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67528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905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4809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Cout = 1·1 + 1·(1⊕1) = 1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81928" y="2286000"/>
            <a:ext cx="5367528" cy="1554480"/>
          </a:xfrm>
          <a:prstGeom prst="roundRect">
            <a:avLst>
              <a:gd name="adj" fmla="val 4706"/>
            </a:avLst>
          </a:prstGeom>
          <a:solidFill>
            <a:srgbClr val="EAF1FB"/>
          </a:solidFill>
          <a:ln w="19050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56248" y="2487168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56248" y="2852928"/>
            <a:ext cx="4809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 ⊕ 1 ⊕ 1 = 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73659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+ 1 + 1 = 11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60720" y="4462272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Carry-out = 1, Sum = 1 — exactly matching ordinary binary addition of three bits (decimal 3).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Gate Implementations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chips are often built from a single gate family, or from smaller pre-built blocks. A full adder can be composed several equivalent ways: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7863840" cy="2011680"/>
        </p:xfrm>
        <a:graphic>
          <a:graphicData uri="http://schemas.openxmlformats.org/drawingml/2006/table">
            <a:tbl>
              <a:tblPr/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(XOR + AND + OR)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XOR, 2 AND, 1 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half adders + 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HA, 1 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only NAND gates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NAND gates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gates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242316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1540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8915400" y="29718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a full adder from two half-adder blocks keeps the design modular and easy to verify, while an all-NAND version suits fabs that standardize on one universal gate.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Ripple-Carry Adders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full adders carry-to-carry builds a complete n-bit binary adder.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81144" y="192024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81144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40487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1144" y="277063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core addition stage inside a processor's Arithmetic Logic Unit.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5048" y="19202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5048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240487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Multipliers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5048" y="277063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 full adders sum the partial-product rows of a multiplication.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59943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Subtractor Circuits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651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XOR-controlled inputs, the same adder performs two's-complement subtraction.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2544" y="388620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81144" y="411480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81144" y="459943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&amp; Accumulators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81144" y="49651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Incrementing and running totals reuse the same carry-chain logic.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388620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85048" y="411480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85048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85048" y="459943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Foundation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85048" y="49651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next step after the half adder for multi-bit arithmetic.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 |  Digital Logic Design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7510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470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= 2 half adders + 1 OR gate (equivalently, 2 XOR + 2 AND + 1 OR gates directly).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5234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24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three bits — X, Y, and a Carry-in — and produces a Sum and a Carry-out.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52958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401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X ⊕ Y ⊕ Cin,    Cout = XY + Cin(X ⊕ Y)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30682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41788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carry-in, so many full adders can be chained together, column by column.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08406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956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full adders carry-to-carry forms a ripple-carry adder for multi-bit addition.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1173</Words>
  <Application>Microsoft Office PowerPoint</Application>
  <PresentationFormat>Widescreen</PresentationFormat>
  <Paragraphs>246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Century Schoolbook</vt:lpstr>
      <vt:lpstr>Lexend</vt:lpstr>
      <vt:lpstr>Lexend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Farhana Akter Suci</cp:lastModifiedBy>
  <cp:revision>4</cp:revision>
  <dcterms:created xsi:type="dcterms:W3CDTF">2026-07-16T04:00:43Z</dcterms:created>
  <dcterms:modified xsi:type="dcterms:W3CDTF">2026-07-16T04:21:49Z</dcterms:modified>
</cp:coreProperties>
</file>