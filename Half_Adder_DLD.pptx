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19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0"/>
          </a:xfrm>
          <a:prstGeom prst="line">
            <a:avLst/>
          </a:prstGeom>
          <a:noFill/>
          <a:ln w="19050">
            <a:solidFill>
              <a:srgbClr val="23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19050">
            <a:solidFill>
              <a:srgbClr val="23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09760" y="50292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0976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12680" y="50292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1268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0" y="50292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018520" y="50292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1852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521440" y="50292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52144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SHEET  ·  DIGITAL LOGIC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6974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arithmetic circuit — adding two binary bits with just two logic gates.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Half Adder?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adder is the simplest arithmetic combinational circuit. It adds two single binary digits, X and Y, and produces two outputs: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(S)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result bit, and </a:t>
            </a: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(C)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overflow bit, exactly as when adding two digits by hand.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called a “half” adder because it cannot accept a carry-in from a previous addition — only the full adder can do that.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12280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2697480"/>
            <a:ext cx="502920" cy="502920"/>
          </a:xfrm>
          <a:prstGeom prst="ellipse">
            <a:avLst/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0" y="3429000"/>
            <a:ext cx="502920" cy="502920"/>
          </a:xfrm>
          <a:prstGeom prst="ellipse">
            <a:avLst/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494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52360" y="2948940"/>
            <a:ext cx="685800" cy="0"/>
          </a:xfrm>
          <a:prstGeom prst="line">
            <a:avLst/>
          </a:prstGeom>
          <a:noFill/>
          <a:ln w="25400">
            <a:solidFill>
              <a:srgbClr val="1533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52360" y="3680460"/>
            <a:ext cx="685800" cy="0"/>
          </a:xfrm>
          <a:prstGeom prst="line">
            <a:avLst/>
          </a:prstGeom>
          <a:noFill/>
          <a:ln w="25400">
            <a:solidFill>
              <a:srgbClr val="1533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1371600" cy="1600200"/>
          </a:xfrm>
          <a:prstGeom prst="roundRect">
            <a:avLst>
              <a:gd name="adj" fmla="val 5333"/>
            </a:avLst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8160" y="2514600"/>
            <a:ext cx="1371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509760" y="2834640"/>
            <a:ext cx="640080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0" y="3794760"/>
            <a:ext cx="64008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49840" y="2583180"/>
            <a:ext cx="502920" cy="502920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49840" y="25831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49840" y="354330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49840" y="35433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4663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Y  →  Carry  Sum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|  Digital Logic Design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BEHAVIOR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possible input combinations for two bits — the Sum is 1 only when exactly one input is 1; the Carry is 1 only when both inputs are 1.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56032" cy="256032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XOR(X, 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= AND(X, 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pattern: Sum behaves like a difference-detector (1 when bits differ), Carry behaves like an overlap-detector (1 when both are set).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20640" cy="3886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(S)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(C)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|  Digital Logic Design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DERIVATION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Expressions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truth table, the Sum-of-Products (SOP) expression is written directly from the rows where the output is 1, then simplified: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62956" cy="173736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X · 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of the two inputs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2468880"/>
            <a:ext cx="5362956" cy="173736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9050">
            <a:solidFill>
              <a:srgbClr val="0FA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51676" y="2697480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51676" y="3063240"/>
            <a:ext cx="48143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X'Y + XY' = X ⊕ 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51676" y="3749040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to Exclusive-OR (XOR)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70916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because both outputs reduce to a single 2-input gate each, a half adder needs only 2 gates total — one XOR for the Sum, one AND for the Carry.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|  Digital Logic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CIRCUIT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Boolean expressions translate directly into hardware: one XOR gate produces the Sum, and one AND gate — fed the same two inputs — produces the Carry.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194560" y="2331720"/>
            <a:ext cx="7772400" cy="3749040"/>
          </a:xfrm>
          <a:prstGeom prst="roundRect">
            <a:avLst>
              <a:gd name="adj" fmla="val 2927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  <a:effectLst>
            <a:outerShdw blurRad="101600" dist="38100" dir="5400000" algn="bl" rotWithShape="0">
              <a:srgbClr val="9DB3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half_add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788920"/>
            <a:ext cx="5943600" cy="2487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6172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</a:t>
            </a: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two inputs feed both gates in parallel — Sum and Carry are computed independently, with no dependency between them.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|  Digital Logic Design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bits X = 1 and Y = 1 using half-adder logic: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62956" cy="155448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905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52928"/>
            <a:ext cx="48143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X · Y = 1 · 1 = 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77356" y="2286000"/>
            <a:ext cx="5362956" cy="155448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9050">
            <a:solidFill>
              <a:srgbClr val="0FA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51676" y="2487168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51676" y="2852928"/>
            <a:ext cx="48143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X ⊕ Y = 1 ⊕ 1 = 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462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73659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+ 1 = 10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760720" y="4462272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bit = 1, Sum bit = 0 — exactly matching ordinary binary addition.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|  Digital Logic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Gate Implementations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chips are often built from a single gate family to simplify manufacturing. A half adder can also be built entirely from NAND gates or entirely from NOR gates: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7863840" cy="201168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Count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(XOR + AND)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XOR, 1 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only NAND gates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NAND gates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only NOR gates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NOR gates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242316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153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1540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5" name="Text 5"/>
          <p:cNvSpPr/>
          <p:nvPr/>
        </p:nvSpPr>
        <p:spPr>
          <a:xfrm>
            <a:off x="8915400" y="29718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Fabs often standardize on one gate type (e.g. NAND) since it's a universal gate — any Boolean function, including XOR and AND, can be built from NAND alone.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|  Digital Logic Design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LIMITATION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Adder vs. Full Adder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 adder can only combine two bits at a time — it has no third input for a carry produced by a previous column. This is exactly what the full adder solves.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 Adder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Adder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3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33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(X, 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(X, Y, Carry-in)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33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(Sum, Carry)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(Sum, Carry-out)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33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XOR + 1 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XOR + 2 AND + 1 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33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carry-in?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533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Least-significant bit pair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Higher-order bits in a multi-bit adder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|  Digital Logic Design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USES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 Building Block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77063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half adders + one OR gate form a complete full adder.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81144" y="192024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81144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240487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Multi-bit Adders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81144" y="277063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least-significant-bit stage of ripple-carry and parallel adders.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85048" y="19202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85048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5048" y="240487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77063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processor Arithmetic Logic Units for bit-level addition.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59943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&amp; Incrementers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96519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digital counter and increment circuits.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38862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81144" y="411480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81144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81144" y="459943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Comparison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81144" y="496519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output also flags whether two bits differ from each other.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56448" y="38862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EAF1FB"/>
          </a:solidFill>
          <a:ln w="12700">
            <a:solidFill>
              <a:srgbClr val="C7D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85048" y="411480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85048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85048" y="4599432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Foundation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85048" y="4965192"/>
            <a:ext cx="302666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for understanding all combinational arithmetic circuits.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 |  Digital Logic Design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7510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8470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= 1 XOR gate (Sum) + 1 AND gate (Carry).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5234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6243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exactly two bits; produces a Sum and a Carry.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52958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34015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X ⊕ Y,   C = X · 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30682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41788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accept a carry-in — cannot be chained for multi-bit addition alone.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084064"/>
            <a:ext cx="201168" cy="20116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9560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half adders + one OR gate combine to form a full adder.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912</Words>
  <Application>Microsoft Office PowerPoint</Application>
  <PresentationFormat>Widescreen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Farhana Akter Suci</cp:lastModifiedBy>
  <cp:revision>1</cp:revision>
  <dcterms:created xsi:type="dcterms:W3CDTF">2026-07-13T05:34:22Z</dcterms:created>
  <dcterms:modified xsi:type="dcterms:W3CDTF">2026-07-16T04:18:38Z</dcterms:modified>
</cp:coreProperties>
</file>