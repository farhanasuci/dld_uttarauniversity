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038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4206240"/>
            <a:ext cx="2377440" cy="237744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ca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074920"/>
            <a:ext cx="777240" cy="777240"/>
          </a:xfrm>
          <a:prstGeom prst="rect">
            <a:avLst/>
          </a:prstGeom>
        </p:spPr>
      </p:pic>
      <p:pic>
        <p:nvPicPr>
          <p:cNvPr id="6" name="Image 1" descr="/home/claude/unpacked/ppt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48640"/>
            <a:ext cx="914400" cy="914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9164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UTTARA UNIVERSITY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69164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265176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Class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640080" y="352044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CSE0613204  •  Digital Logic Design Lab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457200" cy="36576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" y="5138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Department of CSE, Uttara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Information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56032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770632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CSE0613204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26280" y="192024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a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57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TITLE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26280" y="2770632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Lab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83880" y="1920240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userTi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057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6032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TEACHER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183880" y="2770632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364992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68680" y="359359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envelop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3075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23367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68680" y="44439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suci@uttarauniversity.edu.bd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297680" y="3364992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526280" y="359359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730752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23367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number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526280" y="444398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01726409636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Lecturer, Dept. of CSE, UU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Schedule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lab sessions for this course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2311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Class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CSE0613203  •  Section 5080 (501)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3108960"/>
            <a:ext cx="4709160" cy="0"/>
          </a:xfrm>
          <a:prstGeom prst="line">
            <a:avLst/>
          </a:prstGeom>
          <a:noFill/>
          <a:ln w="19050">
            <a:solidFill>
              <a:srgbClr val="D9E6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per week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703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2:35 PM – 3:55 PM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5508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5120" y="2057400"/>
            <a:ext cx="685800" cy="68580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/home/claude/icons/lapto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231136"/>
            <a:ext cx="338328" cy="33832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1031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Class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54380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CSE0613204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75120" y="3108960"/>
            <a:ext cx="4709160" cy="0"/>
          </a:xfrm>
          <a:prstGeom prst="line">
            <a:avLst/>
          </a:prstGeom>
          <a:noFill/>
          <a:ln w="19050">
            <a:solidFill>
              <a:srgbClr val="3A5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675120" y="3337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 class per week, per student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675120" y="37033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Monday, 10:05 AM – 12:45 PM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675120" y="4114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Room: DLD Lab 0018 (B104)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Lecturer, Dept. of CSE, UU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EA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5120640"/>
            <a:ext cx="3840480" cy="3840480"/>
          </a:xfrm>
          <a:prstGeom prst="ellipse">
            <a:avLst/>
          </a:prstGeom>
          <a:solidFill>
            <a:srgbClr val="D9E6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80160" y="2377440"/>
            <a:ext cx="1737360" cy="173736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user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8803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480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Acquainted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2976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Introduce Yourself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297680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little about yourself with the class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1828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46320" y="184708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260604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976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6320" y="262432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/ college name?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297680" y="338328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29768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846320" y="340156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297680" y="416052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9768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46320" y="417880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future goal related to CSE field?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297680" y="4937760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29768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4956048"/>
            <a:ext cx="6675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from your course teacher?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Lecturer, Dept. of CSE, UU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Expectations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guidelines for a productive semester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icons/c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Punctual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on time for every theory and lab session.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icons/calenda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2996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Regularly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78892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attendance is key to mastering lab work.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25196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icons/lapto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074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Prepared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computer/notebook whenever possible.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977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1F8"/>
          </a:solidFill>
          <a:ln/>
          <a:effectLst>
            <a:outerShdw blurRad="76200" dist="25400" dir="5400000" algn="bl" rotWithShape="0">
              <a:srgbClr val="88888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29400" y="4251960"/>
            <a:ext cx="640080" cy="6400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icons/handshak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44074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27024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Actively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29400" y="5029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Engage, ask questions, and help your classmates.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|  Lecturer, Dept. of CSE, UU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103120"/>
            <a:ext cx="5029200" cy="5029200"/>
          </a:xfrm>
          <a:prstGeom prst="ellipse">
            <a:avLst/>
          </a:prstGeom>
          <a:solidFill>
            <a:srgbClr val="13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389120"/>
            <a:ext cx="4572000" cy="4572000"/>
          </a:xfrm>
          <a:prstGeom prst="ellipse">
            <a:avLst/>
          </a:prstGeom>
          <a:solidFill>
            <a:srgbClr val="132C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cons/handshak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65176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93192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4800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  •  Lecturer, Dept. of CSE, UU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287</Words>
  <Application>Microsoft Office PowerPoint</Application>
  <PresentationFormat>Widescreen</PresentationFormat>
  <Paragraphs>69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Farhana Akter Suci</cp:lastModifiedBy>
  <cp:revision>4</cp:revision>
  <dcterms:created xsi:type="dcterms:W3CDTF">2026-07-13T03:49:25Z</dcterms:created>
  <dcterms:modified xsi:type="dcterms:W3CDTF">2026-07-13T03:55:08Z</dcterms:modified>
</cp:coreProperties>
</file>